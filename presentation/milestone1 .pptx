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foli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C7816B-A335-4B47-8695-8157C8C8A86B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el und vertikaler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975841-7698-4A3E-B31E-B2FA89402BA4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kaler Titel u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1B82CA4-3C35-401C-B2AE-9DA1C410F8F8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el und 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B9408F3-C21E-42EF-888D-A39F2A409BBC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-&#10;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60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60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400" strike="noStrike" u="non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21CC69-BB74-4F56-B264-8AB6CE20C2D5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Zwei Inhal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9B5182-1CEE-44FD-9FCA-121B089B05CA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gleic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180152-2829-48E0-A3BA-25F838A07884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Nur Tite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4737A-5763-437B-93B1-4A10FFB90EBC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Le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C512C-1385-4A3B-BA40-80516C07E942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nhalt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Zweite Ebene</a:t>
            </a:r>
            <a:endParaRPr b="0" lang="de-DE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Dritte Ebene</a:t>
            </a:r>
            <a:endParaRPr b="0" lang="de-DE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Vierte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de-DE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Fünfte Ebene</a:t>
            </a:r>
            <a:endParaRPr b="0" lang="de-DE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52FE696-BEC3-4CF2-AAEE-65715908E250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Überschrif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 Light"/>
              </a:rPr>
              <a:t>Mastertitelformat bearbeiten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 defTabSz="9144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 defTabSz="9144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 defTabSz="9144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b="0" lang="de-DE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de-DE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de-DE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Mastertextformat bearbeiten</a:t>
            </a:r>
            <a:endParaRPr b="0" lang="de-DE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058FE9-48AB-43AF-8BC6-515BB413D98B}" type="slidenum">
              <a:rPr b="0" lang="de-DE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555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5000" lnSpcReduction="9999"/>
          </a:bodyPr>
          <a:p>
            <a:pPr indent="0" defTabSz="914400">
              <a:lnSpc>
                <a:spcPct val="90000"/>
              </a:lnSpc>
              <a:buNone/>
            </a:pPr>
            <a:r>
              <a:rPr b="0" lang="de-DE" sz="4400" strike="noStrike" u="none" cap="small"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Calibri Light"/>
              </a:rPr>
              <a:t>Milestone 1: Team „Strawbrainy“</a:t>
            </a:r>
            <a:endParaRPr b="0" lang="de-DE" sz="4400" strike="noStrike" u="non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pic>
        <p:nvPicPr>
          <p:cNvPr id="60" name="Grafik 6" descr=""/>
          <p:cNvPicPr/>
          <p:nvPr/>
        </p:nvPicPr>
        <p:blipFill>
          <a:blip r:embed="rId1"/>
          <a:stretch/>
        </p:blipFill>
        <p:spPr>
          <a:xfrm>
            <a:off x="9442440" y="55080"/>
            <a:ext cx="2490120" cy="161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" name="Textfeld 7"/>
          <p:cNvSpPr/>
          <p:nvPr/>
        </p:nvSpPr>
        <p:spPr>
          <a:xfrm>
            <a:off x="924120" y="878760"/>
            <a:ext cx="872532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Members: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Nina Neuron, Basti Brain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defTabSz="914400">
              <a:lnSpc>
                <a:spcPct val="100000"/>
              </a:lnSpc>
            </a:pPr>
            <a:r>
              <a:rPr b="1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Dataset: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 Ehinger et al. 2015, „</a:t>
            </a:r>
            <a:r>
              <a:rPr b="0" i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Predictions of Visual Content across Eye Movements and Their Modulation by Inferred Information</a:t>
            </a: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” – Doi: </a:t>
            </a: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10.1523/JNEUROSCI.5114-14.2015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2" name="Grafik 9" descr=""/>
          <p:cNvPicPr/>
          <p:nvPr/>
        </p:nvPicPr>
        <p:blipFill>
          <a:blip r:embed="rId2"/>
          <a:stretch/>
        </p:blipFill>
        <p:spPr>
          <a:xfrm>
            <a:off x="1184040" y="2209680"/>
            <a:ext cx="4175640" cy="2247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feld 10"/>
          <p:cNvSpPr/>
          <p:nvPr/>
        </p:nvSpPr>
        <p:spPr>
          <a:xfrm>
            <a:off x="1045800" y="185688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1. Experimental procedure / Main idea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4" name="Grafik 12" descr=""/>
          <p:cNvPicPr/>
          <p:nvPr/>
        </p:nvPicPr>
        <p:blipFill>
          <a:blip r:embed="rId3"/>
          <a:stretch/>
        </p:blipFill>
        <p:spPr>
          <a:xfrm>
            <a:off x="1143000" y="5029920"/>
            <a:ext cx="5283360" cy="173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Textfeld 13"/>
          <p:cNvSpPr/>
          <p:nvPr/>
        </p:nvSpPr>
        <p:spPr>
          <a:xfrm>
            <a:off x="1441440" y="4736520"/>
            <a:ext cx="355680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3. Main finding to be replicated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feld 15"/>
          <p:cNvSpPr/>
          <p:nvPr/>
        </p:nvSpPr>
        <p:spPr>
          <a:xfrm>
            <a:off x="6850800" y="5516280"/>
            <a:ext cx="45716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Regression analysis to look for a P300 effect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feld 16"/>
          <p:cNvSpPr/>
          <p:nvPr/>
        </p:nvSpPr>
        <p:spPr>
          <a:xfrm>
            <a:off x="6644160" y="2198520"/>
            <a:ext cx="4571640" cy="20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endParaRPr b="0" lang="de-DE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feld 17"/>
          <p:cNvSpPr/>
          <p:nvPr/>
        </p:nvSpPr>
        <p:spPr>
          <a:xfrm>
            <a:off x="7108560" y="185688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2. The main research question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feld 18"/>
          <p:cNvSpPr/>
          <p:nvPr/>
        </p:nvSpPr>
        <p:spPr>
          <a:xfrm>
            <a:off x="7108560" y="4736520"/>
            <a:ext cx="3952440" cy="36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4. Main type of analysis to be run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feld 19"/>
          <p:cNvSpPr/>
          <p:nvPr/>
        </p:nvSpPr>
        <p:spPr>
          <a:xfrm>
            <a:off x="6734880" y="2689920"/>
            <a:ext cx="3952440" cy="92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de-DE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Are we surprised differently, if our visual predictions were created by inferred (that is, internal) information?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Collabora_Office/25.04.5.3$Linux_X86_64 LibreOffice_project/00041882939fb83f589c854ffa5a28db90f399ca</Application>
  <AppVersion>15.0000</AppVersion>
  <Words>103</Words>
  <Paragraphs>9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2025-10-09T12:23:50Z</dcterms:created>
  <dc:creator>Benedikt Ehinger</dc:creator>
  <dc:description/>
  <dc:language>en-US</dc:language>
  <cp:lastModifiedBy/>
  <dcterms:modified xsi:type="dcterms:W3CDTF">2025-10-09T17:53:30Z</dcterms:modified>
  <cp:revision>7</cp:revision>
  <dc:subject/>
  <dc:title>Milestone 1: Team „Strawbrainy“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Breitbild</vt:lpwstr>
  </property>
  <property fmtid="{D5CDD505-2E9C-101B-9397-08002B2CF9AE}" pid="3" name="Slides">
    <vt:i4>1</vt:i4>
  </property>
</Properties>
</file>